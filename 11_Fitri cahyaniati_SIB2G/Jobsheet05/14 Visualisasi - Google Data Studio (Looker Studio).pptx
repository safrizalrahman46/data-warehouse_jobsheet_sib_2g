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7" r:id="rId3"/>
    <p:sldId id="315" r:id="rId4"/>
    <p:sldId id="317" r:id="rId5"/>
    <p:sldId id="316" r:id="rId6"/>
    <p:sldId id="319" r:id="rId7"/>
    <p:sldId id="321" r:id="rId8"/>
    <p:sldId id="322" r:id="rId9"/>
    <p:sldId id="323" r:id="rId10"/>
    <p:sldId id="31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50" autoAdjust="0"/>
    <p:restoredTop sz="84722" autoAdjust="0"/>
  </p:normalViewPr>
  <p:slideViewPr>
    <p:cSldViewPr snapToGrid="0">
      <p:cViewPr varScale="1">
        <p:scale>
          <a:sx n="70" d="100"/>
          <a:sy n="70" d="100"/>
        </p:scale>
        <p:origin x="595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60D8F-062F-4385-BB8C-3F567EA5F52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40498-DAF4-44EB-9A8D-0B5F5A59B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0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91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10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9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07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40498-DAF4-44EB-9A8D-0B5F5A59BD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02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7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6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4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5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5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0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3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2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C0B50-2FEC-487B-ABEB-104AC0857998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14B1B-04B4-4571-809B-814F8D79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1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85949"/>
            <a:ext cx="9144000" cy="1895481"/>
          </a:xfrm>
        </p:spPr>
        <p:txBody>
          <a:bodyPr>
            <a:normAutofit/>
          </a:bodyPr>
          <a:lstStyle/>
          <a:p>
            <a:r>
              <a:rPr lang="en-US" sz="5300" dirty="0" err="1">
                <a:latin typeface="Arial" panose="020B0604020202020204" pitchFamily="34" charset="0"/>
                <a:cs typeface="Arial" panose="020B0604020202020204" pitchFamily="34" charset="0"/>
              </a:rPr>
              <a:t>Visualisasi</a:t>
            </a:r>
            <a:r>
              <a:rPr lang="en-US" sz="5300" dirty="0">
                <a:latin typeface="Arial" panose="020B0604020202020204" pitchFamily="34" charset="0"/>
                <a:cs typeface="Arial" panose="020B0604020202020204" pitchFamily="34" charset="0"/>
              </a:rPr>
              <a:t>: Google </a:t>
            </a:r>
            <a:r>
              <a:rPr lang="en-US" sz="5300">
                <a:latin typeface="Arial" panose="020B0604020202020204" pitchFamily="34" charset="0"/>
                <a:cs typeface="Arial" panose="020B0604020202020204" pitchFamily="34" charset="0"/>
              </a:rPr>
              <a:t>Data Studio (Looker Studio)</a:t>
            </a:r>
            <a:endParaRPr lang="en-US" sz="5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3506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D-IV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Bisnis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Politeknik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Negeri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Malang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4618" y="499138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4618" y="1030288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524000" y="1458539"/>
            <a:ext cx="9144000" cy="784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759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Google Data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E7535-D0F3-3EE3-FD60-860A46DED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584" y="3056587"/>
            <a:ext cx="7158419" cy="319307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18F6E4-7468-372C-47D5-BC1FF412C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578" y="2132110"/>
            <a:ext cx="5504329" cy="496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 panose="020B0604020202020204" pitchFamily="34" charset="0"/>
              </a:rPr>
              <a:t>Google Data Studio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AECE16-C93D-4EFE-1C11-55380F52B400}"/>
              </a:ext>
            </a:extLst>
          </p:cNvPr>
          <p:cNvSpPr txBox="1">
            <a:spLocks/>
          </p:cNvSpPr>
          <p:nvPr/>
        </p:nvSpPr>
        <p:spPr>
          <a:xfrm>
            <a:off x="6213133" y="1890582"/>
            <a:ext cx="4559326" cy="9800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cs typeface="Arial" panose="020B0604020202020204" pitchFamily="34" charset="0"/>
              </a:rPr>
              <a:t>Looker Studio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cs typeface="Arial" panose="020B0604020202020204" pitchFamily="34" charset="0"/>
              </a:rPr>
              <a:t>(rebranding)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3C2E3CD-676E-F79F-BB9F-1736F4825253}"/>
              </a:ext>
            </a:extLst>
          </p:cNvPr>
          <p:cNvSpPr/>
          <p:nvPr/>
        </p:nvSpPr>
        <p:spPr>
          <a:xfrm>
            <a:off x="5441730" y="2256352"/>
            <a:ext cx="1308538" cy="2484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414A4F-0563-A3E7-D006-CD586712C8DA}"/>
              </a:ext>
            </a:extLst>
          </p:cNvPr>
          <p:cNvSpPr/>
          <p:nvPr/>
        </p:nvSpPr>
        <p:spPr>
          <a:xfrm>
            <a:off x="2963917" y="3184633"/>
            <a:ext cx="1623849" cy="368921"/>
          </a:xfrm>
          <a:prstGeom prst="ellipse">
            <a:avLst/>
          </a:prstGeom>
          <a:noFill/>
          <a:ln>
            <a:solidFill>
              <a:srgbClr val="F4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E795A8-D546-FD93-0558-3BD3E6EFAA30}"/>
              </a:ext>
            </a:extLst>
          </p:cNvPr>
          <p:cNvSpPr/>
          <p:nvPr/>
        </p:nvSpPr>
        <p:spPr>
          <a:xfrm>
            <a:off x="2280745" y="3632338"/>
            <a:ext cx="1623849" cy="368921"/>
          </a:xfrm>
          <a:prstGeom prst="ellipse">
            <a:avLst/>
          </a:prstGeom>
          <a:noFill/>
          <a:ln>
            <a:solidFill>
              <a:srgbClr val="F4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0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Google Data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BE12B-EBFD-D879-4ED7-8DFE02402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228" y="2100579"/>
            <a:ext cx="10168758" cy="38745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Tools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 Text"/>
              </a:rPr>
              <a:t>visualisasi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 data yang:</a:t>
            </a:r>
          </a:p>
          <a:p>
            <a:pPr marL="747713" indent="-298450" algn="just"/>
            <a:r>
              <a:rPr lang="en-US" dirty="0" err="1">
                <a:cs typeface="Arial" panose="020B0604020202020204" pitchFamily="34" charset="0"/>
              </a:rPr>
              <a:t>Menghubungkan</a:t>
            </a:r>
            <a:r>
              <a:rPr lang="en-US" dirty="0">
                <a:cs typeface="Arial" panose="020B0604020202020204" pitchFamily="34" charset="0"/>
              </a:rPr>
              <a:t> data</a:t>
            </a:r>
          </a:p>
          <a:p>
            <a:pPr marL="747713" indent="-298450" algn="just"/>
            <a:r>
              <a:rPr lang="en-US" dirty="0" err="1">
                <a:cs typeface="Arial" panose="020B0604020202020204" pitchFamily="34" charset="0"/>
              </a:rPr>
              <a:t>Memvisualisasikan</a:t>
            </a:r>
            <a:r>
              <a:rPr lang="en-US" dirty="0">
                <a:cs typeface="Arial" panose="020B0604020202020204" pitchFamily="34" charset="0"/>
              </a:rPr>
              <a:t> data</a:t>
            </a:r>
          </a:p>
          <a:p>
            <a:pPr marL="747713" indent="-298450" algn="just"/>
            <a:r>
              <a:rPr lang="en-US" dirty="0" err="1">
                <a:cs typeface="Arial" panose="020B0604020202020204" pitchFamily="34" charset="0"/>
              </a:rPr>
              <a:t>Membagikan</a:t>
            </a:r>
            <a:r>
              <a:rPr lang="en-US" dirty="0">
                <a:cs typeface="Arial" panose="020B0604020202020204" pitchFamily="34" charset="0"/>
              </a:rPr>
              <a:t> data </a:t>
            </a:r>
            <a:r>
              <a:rPr lang="en-US" dirty="0" err="1">
                <a:cs typeface="Arial" panose="020B0604020202020204" pitchFamily="34" charset="0"/>
              </a:rPr>
              <a:t>dengan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tim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atau</a:t>
            </a:r>
            <a:r>
              <a:rPr lang="en-US" dirty="0">
                <a:cs typeface="Arial" panose="020B0604020202020204" pitchFamily="34" charset="0"/>
              </a:rPr>
              <a:t> client</a:t>
            </a:r>
          </a:p>
        </p:txBody>
      </p:sp>
    </p:spTree>
    <p:extLst>
      <p:ext uri="{BB962C8B-B14F-4D97-AF65-F5344CB8AC3E}">
        <p14:creationId xmlns:p14="http://schemas.microsoft.com/office/powerpoint/2010/main" val="259294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C65B-2326-8808-175D-A7C91CEA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Keunggulan</a:t>
            </a:r>
            <a:r>
              <a:rPr lang="en-US" dirty="0"/>
              <a:t> GDS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EBD4-63AE-2F98-B418-B40513A59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data, </a:t>
            </a:r>
            <a:r>
              <a:rPr lang="en-US" dirty="0" err="1"/>
              <a:t>seperti</a:t>
            </a:r>
            <a:r>
              <a:rPr lang="en-US" dirty="0"/>
              <a:t> google environment data (google sheet, analytics, ads, cloud storage), database (</a:t>
            </a:r>
            <a:r>
              <a:rPr lang="en-US" dirty="0" err="1"/>
              <a:t>mysql</a:t>
            </a:r>
            <a:r>
              <a:rPr lang="en-US" dirty="0"/>
              <a:t>, PostgreSQL, </a:t>
            </a:r>
            <a:r>
              <a:rPr lang="en-US" dirty="0" err="1"/>
              <a:t>BigQuery</a:t>
            </a:r>
            <a:r>
              <a:rPr lang="en-US" dirty="0"/>
              <a:t>), platform media social (</a:t>
            </a:r>
            <a:r>
              <a:rPr lang="en-US" dirty="0" err="1"/>
              <a:t>facebook</a:t>
            </a:r>
            <a:r>
              <a:rPr lang="en-US" dirty="0"/>
              <a:t>, twitter), dan upload file</a:t>
            </a:r>
          </a:p>
          <a:p>
            <a:r>
              <a:rPr lang="en-US" dirty="0" err="1"/>
              <a:t>Didukung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diagram </a:t>
            </a:r>
            <a:r>
              <a:rPr lang="en-US" dirty="0" err="1"/>
              <a:t>batang</a:t>
            </a:r>
            <a:r>
              <a:rPr lang="en-US" dirty="0"/>
              <a:t>, pie, </a:t>
            </a:r>
            <a:r>
              <a:rPr lang="en-US" dirty="0" err="1"/>
              <a:t>peta</a:t>
            </a:r>
            <a:r>
              <a:rPr lang="en-US" dirty="0"/>
              <a:t> </a:t>
            </a:r>
            <a:r>
              <a:rPr lang="en-US" dirty="0" err="1"/>
              <a:t>geografis</a:t>
            </a:r>
            <a:r>
              <a:rPr lang="en-US" dirty="0"/>
              <a:t>, </a:t>
            </a:r>
            <a:r>
              <a:rPr lang="en-US" dirty="0" err="1"/>
              <a:t>grafik</a:t>
            </a:r>
            <a:r>
              <a:rPr lang="en-US" dirty="0"/>
              <a:t> area, </a:t>
            </a:r>
            <a:r>
              <a:rPr lang="en-US" dirty="0" err="1"/>
              <a:t>balon</a:t>
            </a:r>
            <a:r>
              <a:rPr lang="en-US" dirty="0"/>
              <a:t>, </a:t>
            </a:r>
            <a:r>
              <a:rPr lang="en-US" dirty="0" err="1"/>
              <a:t>tabel</a:t>
            </a:r>
            <a:r>
              <a:rPr lang="en-US" dirty="0"/>
              <a:t> data </a:t>
            </a:r>
            <a:r>
              <a:rPr lang="en-US" dirty="0" err="1"/>
              <a:t>dll</a:t>
            </a:r>
            <a:endParaRPr lang="en-US" dirty="0"/>
          </a:p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interaktif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control filter</a:t>
            </a:r>
          </a:p>
          <a:p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menyertakan</a:t>
            </a:r>
            <a:r>
              <a:rPr lang="en-US" dirty="0"/>
              <a:t> link dan </a:t>
            </a:r>
            <a:r>
              <a:rPr lang="en-US" dirty="0" err="1"/>
              <a:t>gambar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di </a:t>
            </a:r>
            <a:r>
              <a:rPr lang="en-US" dirty="0" err="1"/>
              <a:t>klik</a:t>
            </a:r>
            <a:r>
              <a:rPr lang="en-US" dirty="0"/>
              <a:t> (hyperlink)</a:t>
            </a:r>
          </a:p>
          <a:p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/template dashboard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164F26-ED59-9D25-C46F-9BE215BDD787}"/>
              </a:ext>
            </a:extLst>
          </p:cNvPr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9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288C84-0C07-F5FA-C122-7CA1D989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Tampilan</a:t>
            </a:r>
            <a:r>
              <a:rPr lang="en-US" dirty="0"/>
              <a:t> GDS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A835F6-DE4F-26D9-5777-872F911FB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71" y="570374"/>
            <a:ext cx="6657975" cy="475297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AF9B016-1F31-3B81-A04A-BAC4CDCBA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228" y="2100579"/>
            <a:ext cx="3429143" cy="387455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>
                <a:cs typeface="Arial" panose="020B0604020202020204" pitchFamily="34" charset="0"/>
              </a:rPr>
              <a:t>Buat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aset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baru</a:t>
            </a:r>
            <a:endParaRPr lang="en-US" dirty="0"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Arial" panose="020B0604020202020204" pitchFamily="34" charset="0"/>
              </a:rPr>
              <a:t>Search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Arial" panose="020B0604020202020204" pitchFamily="34" charset="0"/>
              </a:rPr>
              <a:t>Tab </a:t>
            </a:r>
            <a:r>
              <a:rPr lang="en-US" dirty="0" err="1">
                <a:cs typeface="Arial" panose="020B0604020202020204" pitchFamily="34" charset="0"/>
              </a:rPr>
              <a:t>jenis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aset</a:t>
            </a:r>
            <a:endParaRPr lang="en-US" dirty="0"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cs typeface="Arial" panose="020B0604020202020204" pitchFamily="34" charset="0"/>
              </a:rPr>
              <a:t>Opsi</a:t>
            </a:r>
            <a:r>
              <a:rPr lang="en-US" dirty="0">
                <a:cs typeface="Arial" panose="020B0604020202020204" pitchFamily="34" charset="0"/>
              </a:rPr>
              <a:t> (</a:t>
            </a:r>
            <a:r>
              <a:rPr lang="en-US" dirty="0" err="1">
                <a:cs typeface="Arial" panose="020B0604020202020204" pitchFamily="34" charset="0"/>
              </a:rPr>
              <a:t>bantuan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setelan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akun</a:t>
            </a:r>
            <a:r>
              <a:rPr lang="en-US" dirty="0">
                <a:cs typeface="Arial" panose="020B0604020202020204" pitchFamily="34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Arial" panose="020B0604020202020204" pitchFamily="34" charset="0"/>
              </a:rPr>
              <a:t>Filter data </a:t>
            </a:r>
            <a:r>
              <a:rPr lang="en-US" dirty="0" err="1">
                <a:cs typeface="Arial" panose="020B0604020202020204" pitchFamily="34" charset="0"/>
              </a:rPr>
              <a:t>aset</a:t>
            </a:r>
            <a:endParaRPr lang="en-US" dirty="0"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Arial" panose="020B0604020202020204" pitchFamily="34" charset="0"/>
              </a:rPr>
              <a:t>Template </a:t>
            </a:r>
            <a:r>
              <a:rPr lang="en-US" dirty="0" err="1">
                <a:cs typeface="Arial" panose="020B0604020202020204" pitchFamily="34" charset="0"/>
              </a:rPr>
              <a:t>laporan</a:t>
            </a:r>
            <a:endParaRPr lang="en-US" dirty="0"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Arial" panose="020B0604020202020204" pitchFamily="34" charset="0"/>
              </a:rPr>
              <a:t>Daftar </a:t>
            </a:r>
            <a:r>
              <a:rPr lang="en-US" dirty="0" err="1">
                <a:cs typeface="Arial" panose="020B0604020202020204" pitchFamily="34" charset="0"/>
              </a:rPr>
              <a:t>aset</a:t>
            </a:r>
            <a:endParaRPr lang="en-US" dirty="0"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2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288C84-0C07-F5FA-C122-7CA1D989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 editor </a:t>
            </a:r>
            <a:r>
              <a:rPr lang="en-US" dirty="0" err="1"/>
              <a:t>laporan</a:t>
            </a:r>
            <a:endParaRPr lang="en-US" dirty="0"/>
          </a:p>
        </p:txBody>
      </p:sp>
      <p:pic>
        <p:nvPicPr>
          <p:cNvPr id="3074" name="Picture 2" descr="Peta antarmuka editor laporan">
            <a:extLst>
              <a:ext uri="{FF2B5EF4-FFF2-40B4-BE49-F238E27FC236}">
                <a16:creationId xmlns:a16="http://schemas.microsoft.com/office/drawing/2014/main" id="{00CA12B5-3E24-C0D0-C964-543185B05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77" y="1690688"/>
            <a:ext cx="10515599" cy="442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92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164F26-ED59-9D25-C46F-9BE215BDD787}"/>
              </a:ext>
            </a:extLst>
          </p:cNvPr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7CA44A-1EAC-2633-4F2D-65A166DFE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8000"/>
            <a:ext cx="10515600" cy="56689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Logo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Panel menu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Opsi</a:t>
            </a:r>
            <a:r>
              <a:rPr lang="en-US" dirty="0"/>
              <a:t> (</a:t>
            </a:r>
            <a:r>
              <a:rPr lang="en-US" dirty="0" err="1"/>
              <a:t>bagikan</a:t>
            </a:r>
            <a:r>
              <a:rPr lang="en-US" dirty="0"/>
              <a:t>, </a:t>
            </a:r>
            <a:r>
              <a:rPr lang="en-US" dirty="0" err="1"/>
              <a:t>lihat</a:t>
            </a:r>
            <a:r>
              <a:rPr lang="en-US" dirty="0"/>
              <a:t>, </a:t>
            </a:r>
            <a:r>
              <a:rPr lang="en-US" dirty="0" err="1"/>
              <a:t>opsi</a:t>
            </a:r>
            <a:r>
              <a:rPr lang="en-US" dirty="0"/>
              <a:t> lain, </a:t>
            </a:r>
            <a:r>
              <a:rPr lang="en-US" dirty="0" err="1"/>
              <a:t>bantuan</a:t>
            </a:r>
            <a:r>
              <a:rPr lang="en-US" dirty="0"/>
              <a:t>, </a:t>
            </a:r>
            <a:r>
              <a:rPr lang="en-US" dirty="0" err="1"/>
              <a:t>akun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Kelola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lapoan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 </a:t>
            </a:r>
            <a:r>
              <a:rPr lang="en-US" dirty="0" err="1"/>
              <a:t>pilihan</a:t>
            </a:r>
            <a:r>
              <a:rPr lang="en-US" dirty="0"/>
              <a:t> (undo, redo)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Tambahkan</a:t>
            </a:r>
            <a:r>
              <a:rPr lang="en-US" dirty="0"/>
              <a:t>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Tambah</a:t>
            </a:r>
            <a:r>
              <a:rPr lang="en-US" dirty="0"/>
              <a:t> control </a:t>
            </a:r>
            <a:r>
              <a:rPr lang="en-US" dirty="0" err="1"/>
              <a:t>pelihat</a:t>
            </a:r>
            <a:r>
              <a:rPr lang="en-US" dirty="0"/>
              <a:t> </a:t>
            </a:r>
            <a:r>
              <a:rPr lang="en-US" dirty="0" err="1"/>
              <a:t>interaktif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, </a:t>
            </a:r>
            <a:r>
              <a:rPr lang="en-US" dirty="0" err="1"/>
              <a:t>gambar</a:t>
            </a:r>
            <a:r>
              <a:rPr lang="en-US" dirty="0"/>
              <a:t>, garis, dan </a:t>
            </a:r>
            <a:r>
              <a:rPr lang="en-US" dirty="0" err="1"/>
              <a:t>bentuk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Tambahkan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laporan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Buka panel </a:t>
            </a:r>
            <a:r>
              <a:rPr lang="en-US" dirty="0" err="1"/>
              <a:t>tema</a:t>
            </a:r>
            <a:r>
              <a:rPr lang="en-US" dirty="0"/>
              <a:t> dan tata </a:t>
            </a:r>
            <a:r>
              <a:rPr lang="en-US" dirty="0" err="1"/>
              <a:t>letak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visualisasi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Diagram yang </a:t>
            </a:r>
            <a:r>
              <a:rPr lang="en-US" dirty="0" err="1"/>
              <a:t>dipilih</a:t>
            </a:r>
            <a:r>
              <a:rPr lang="en-US" dirty="0"/>
              <a:t> di canvas </a:t>
            </a:r>
            <a:r>
              <a:rPr lang="en-US" dirty="0" err="1"/>
              <a:t>laporan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Panel </a:t>
            </a:r>
            <a:r>
              <a:rPr lang="en-US" dirty="0" err="1"/>
              <a:t>properti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Panel data</a:t>
            </a:r>
          </a:p>
        </p:txBody>
      </p:sp>
    </p:spTree>
    <p:extLst>
      <p:ext uri="{BB962C8B-B14F-4D97-AF65-F5344CB8AC3E}">
        <p14:creationId xmlns:p14="http://schemas.microsoft.com/office/powerpoint/2010/main" val="92577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288C84-0C07-F5FA-C122-7CA1D989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 editor </a:t>
            </a:r>
            <a:r>
              <a:rPr lang="en-US" dirty="0" err="1"/>
              <a:t>sumber</a:t>
            </a:r>
            <a:r>
              <a:rPr lang="en-US" dirty="0"/>
              <a:t>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9DB74-E1E0-5D22-7665-C94F9AE9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690688"/>
            <a:ext cx="8953500" cy="437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62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164F26-ED59-9D25-C46F-9BE215BDD787}"/>
              </a:ext>
            </a:extLst>
          </p:cNvPr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7CA44A-1EAC-2633-4F2D-65A166DFE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8000"/>
            <a:ext cx="10515600" cy="56689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Nama </a:t>
            </a:r>
            <a:r>
              <a:rPr lang="en-US" dirty="0" err="1"/>
              <a:t>sumber</a:t>
            </a:r>
            <a:r>
              <a:rPr lang="en-US" dirty="0"/>
              <a:t>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Histori</a:t>
            </a:r>
            <a:r>
              <a:rPr lang="en-US" dirty="0"/>
              <a:t> </a:t>
            </a:r>
            <a:r>
              <a:rPr lang="en-US" dirty="0" err="1"/>
              <a:t>versi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Opsi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data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Buat</a:t>
            </a:r>
            <a:r>
              <a:rPr lang="en-US" dirty="0"/>
              <a:t> Salinan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laporan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Jelajahi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kolom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Edit </a:t>
            </a:r>
            <a:r>
              <a:rPr lang="en-US" dirty="0" err="1"/>
              <a:t>koneksi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Kolom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kolom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Agregasi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Kolom </a:t>
            </a:r>
            <a:r>
              <a:rPr lang="en-US" dirty="0" err="1"/>
              <a:t>kalkulasi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Muat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kolom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kolom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132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994" y="27019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MENGGUNAKAN GDS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412" y="6373906"/>
            <a:ext cx="11362764" cy="336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0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266</Words>
  <Application>Microsoft Office PowerPoint</Application>
  <PresentationFormat>Widescreen</PresentationFormat>
  <Paragraphs>62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Google Sans Text</vt:lpstr>
      <vt:lpstr>Office Theme</vt:lpstr>
      <vt:lpstr>Visualisasi: Google Data Studio (Looker Studio)</vt:lpstr>
      <vt:lpstr>Pengenalan Google Data Studio</vt:lpstr>
      <vt:lpstr>Pengenalan Google Data Studio</vt:lpstr>
      <vt:lpstr>Keunggulan GDS</vt:lpstr>
      <vt:lpstr>Tampilan GDS</vt:lpstr>
      <vt:lpstr>Tap editor laporan</vt:lpstr>
      <vt:lpstr>PowerPoint Presentation</vt:lpstr>
      <vt:lpstr>Tap editor sumber data</vt:lpstr>
      <vt:lpstr>PowerPoint Presentation</vt:lpstr>
      <vt:lpstr>MENGGUNAKAN GDS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</dc:title>
  <dc:creator>bellavista</dc:creator>
  <cp:lastModifiedBy>Vipkas Firdaus</cp:lastModifiedBy>
  <cp:revision>115</cp:revision>
  <dcterms:created xsi:type="dcterms:W3CDTF">2022-08-28T13:56:24Z</dcterms:created>
  <dcterms:modified xsi:type="dcterms:W3CDTF">2025-05-20T03:01:41Z</dcterms:modified>
</cp:coreProperties>
</file>